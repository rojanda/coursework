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9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BE6E1-0F65-4103-AB68-99DD4B439F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F2EFD6-7D64-4497-A56A-F17BF8AD5B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4ED50-4AC5-4A82-9E6C-7A997415B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44AD8-2826-4D34-945D-4555C5E6E59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AF710-35B4-4CD5-91E5-7FFD6A824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093F9-7356-434F-A5AA-882DA0769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6B352-2569-4F0E-BE8B-C93437D96A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396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9D16B-04B8-41F1-806B-E72E47835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5A14B-361D-4EB9-942D-244EBE4BF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19AAF-F3EA-414E-9F1F-32158D305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44AD8-2826-4D34-945D-4555C5E6E59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DE244-B31D-4EBB-870A-A681B53A2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9850A-4DA4-427F-8CAD-1941555BF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6B352-2569-4F0E-BE8B-C93437D96A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93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DA03E-AB33-4C4E-8AF6-28351E62F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55D932-AC55-4B52-BBFA-CA7761F2A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A4CEA-0C1D-4F3D-B77A-4E33620DB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44AD8-2826-4D34-945D-4555C5E6E59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1560E-E947-4EBD-A7B6-E33E1329C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AAAB3-BDEB-4C5B-AB66-835FC2862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6B352-2569-4F0E-BE8B-C93437D96A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229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D132C-3BE4-4B5C-AC76-D5B9F73E8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6522F-5E8F-42A3-8B4B-49B57BE37C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D8FD1A-FC15-4B52-ACB2-2793D7458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65526A-6B7E-4951-B77D-AEDD51722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44AD8-2826-4D34-945D-4555C5E6E59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9864C-41A2-483B-9504-B562B2C38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E3C118-5F35-41BB-A0D7-C62E55FA7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6B352-2569-4F0E-BE8B-C93437D96A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268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986EF-FE77-4BFB-888B-A04DC5016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C9026E-E0E9-4C4A-A69F-8C63BF089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E55D55-B3ED-49FC-B9AA-2810856CA4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DE7DBB-0A1B-4D53-A972-98660CC658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D4D8D7-0BE3-4021-8ACF-692E3DECC5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FE6830-F85C-4FAB-B207-121CDBE05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44AD8-2826-4D34-945D-4555C5E6E59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33C8CF-72E4-410E-B60B-C7F5566E2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FB7BFA-B8FC-4BD6-A40C-010D78233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6B352-2569-4F0E-BE8B-C93437D96A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994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0792B-5594-4C47-B811-316096277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8A1129-459E-4A36-AA4A-FC7C9441A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44AD8-2826-4D34-945D-4555C5E6E59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CAD10E-70D3-4659-99F8-C7048EF44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E54CE7-D8CE-42C2-B389-799D48F6E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6B352-2569-4F0E-BE8B-C93437D96A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613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7B749F-620C-4B60-90AE-68B338178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44AD8-2826-4D34-945D-4555C5E6E59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25B99-567F-477D-BCC6-6E6A14996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8BB3B-1C9A-427A-9612-32D8DC336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6B352-2569-4F0E-BE8B-C93437D96A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409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DD7FB-2D66-4FF8-B469-64890524B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17BA5-D2BF-4073-AFFF-6AFA64869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4D04E8-8DDA-4ADA-A2AD-21EC0B78F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547668-C41D-4F38-8908-97F84FC70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44AD8-2826-4D34-945D-4555C5E6E59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53BCEF-4296-49EA-977F-8FAA4BA9D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23B342-42BA-41ED-BC05-9366AEC3F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6B352-2569-4F0E-BE8B-C93437D96A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33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05A38-8356-42EB-8122-A0F69444C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9041E4-89B7-4C65-B2B6-CBB8F1078E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63B62F-717D-4AC8-8FA4-405D850C19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D474F-E631-4352-B877-8E652BD58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44AD8-2826-4D34-945D-4555C5E6E59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790502-D58A-4FB4-8833-6441C772C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5A9A57-8D52-4378-814D-7D7E10423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6B352-2569-4F0E-BE8B-C93437D96A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327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6A2D5-1E8B-4E03-B7FC-F703BB2E6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3DAE9F-5CD7-4500-9C06-9C2C6F197F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FF32F-A9B0-4BB4-A959-63B936434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44AD8-2826-4D34-945D-4555C5E6E59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7B04F-5373-4F7C-97F5-81BF59F5B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C7587-13E9-4201-B831-5A1F5496A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6B352-2569-4F0E-BE8B-C93437D96A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16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147DCF-BB21-495B-93CD-4BB61DCB42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B9B305-2E04-43D8-AB6D-167F987232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61160-1A3B-410A-8A48-C27804DB8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44AD8-2826-4D34-945D-4555C5E6E59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EB230-B4EA-43F4-AC95-0FE64A96D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55279-2986-4A2E-97FD-BC83B6B1B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6B352-2569-4F0E-BE8B-C93437D96A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362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5EF2E5-3605-417A-AA33-0C070A6F6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A1C59-E657-4C78-99C3-172898AD1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6D87F-5E19-46C2-9F3A-2451D23CFB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44AD8-2826-4D34-945D-4555C5E6E59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0C217-379D-4888-BA5B-567F6C1318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75DEC-68D2-4E1D-8FFF-59D5111687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C6B352-2569-4F0E-BE8B-C93437D96A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401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6119" y="1063239"/>
            <a:ext cx="1056090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dirty="0"/>
              <a:t>Library Management System
Database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4230" y="2688020"/>
            <a:ext cx="1056090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dirty="0"/>
              <a:t>Group Members:
</a:t>
            </a:r>
            <a:r>
              <a:rPr lang="en-US" sz="1800" dirty="0"/>
              <a:t>Rojan Poudel</a:t>
            </a:r>
          </a:p>
          <a:p>
            <a:pPr algn="ctr"/>
            <a:r>
              <a:rPr lang="en-US" dirty="0"/>
              <a:t>Nikesh Adhikari</a:t>
            </a:r>
            <a:r>
              <a:rPr sz="1800" dirty="0"/>
              <a:t>
Course: </a:t>
            </a:r>
            <a:r>
              <a:rPr lang="en-US" dirty="0"/>
              <a:t>DBMS</a:t>
            </a:r>
            <a:endParaRPr lang="en-US" sz="1800" dirty="0"/>
          </a:p>
          <a:p>
            <a:pPr algn="ctr"/>
            <a:r>
              <a:rPr lang="en-US" sz="1800" dirty="0"/>
              <a:t> Instructor/Tutor: Abhinash Jha
</a:t>
            </a:r>
          </a:p>
        </p:txBody>
      </p:sp>
    </p:spTree>
    <p:extLst>
      <p:ext uri="{BB962C8B-B14F-4D97-AF65-F5344CB8AC3E}">
        <p14:creationId xmlns:p14="http://schemas.microsoft.com/office/powerpoint/2010/main" val="4288368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3B942-22F4-4662-92CA-91BA87DE3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609B8-4401-4E65-A53C-651998CF6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lvl="0">
              <a:defRPr sz="1800"/>
            </a:pPr>
            <a:r>
              <a:rPr dirty="0"/>
              <a:t>Purpose: Make it easy to manage books, members, staff, and borrowing transactions.</a:t>
            </a:r>
          </a:p>
          <a:p>
            <a:pPr marL="0" indent="0">
              <a:buNone/>
              <a:defRPr sz="1800" b="1"/>
            </a:pPr>
            <a:r>
              <a:rPr dirty="0"/>
              <a:t>Achievements:</a:t>
            </a:r>
          </a:p>
          <a:p>
            <a:pPr>
              <a:defRPr sz="1800"/>
            </a:pPr>
            <a:r>
              <a:rPr dirty="0"/>
              <a:t>Drafted a detailed Enhanced Entity-Relationship Diagram (EERD)</a:t>
            </a:r>
          </a:p>
          <a:p>
            <a:pPr>
              <a:defRPr sz="1800"/>
            </a:pPr>
            <a:r>
              <a:rPr dirty="0"/>
              <a:t>Created a normalized relational database schema</a:t>
            </a:r>
          </a:p>
          <a:p>
            <a:pPr>
              <a:defRPr sz="1800"/>
            </a:pPr>
            <a:r>
              <a:rPr dirty="0"/>
              <a:t>Implemented and tested using SQL Server and MongoDB</a:t>
            </a:r>
          </a:p>
          <a:p>
            <a:pPr marL="0" indent="0">
              <a:buNone/>
              <a:defRPr sz="1800" b="1"/>
            </a:pPr>
            <a:r>
              <a:rPr dirty="0"/>
              <a:t>Key Features:</a:t>
            </a:r>
          </a:p>
          <a:p>
            <a:pPr>
              <a:defRPr sz="1800"/>
            </a:pPr>
            <a:r>
              <a:rPr dirty="0"/>
              <a:t>Data accuracy and consistency</a:t>
            </a:r>
          </a:p>
          <a:p>
            <a:pPr>
              <a:defRPr sz="1800"/>
            </a:pPr>
            <a:r>
              <a:rPr dirty="0"/>
              <a:t>Security and role awareness</a:t>
            </a:r>
          </a:p>
          <a:p>
            <a:pPr>
              <a:defRPr sz="1800"/>
            </a:pPr>
            <a:r>
              <a:rPr dirty="0"/>
              <a:t>Multi-user support and efficiency</a:t>
            </a:r>
          </a:p>
        </p:txBody>
      </p:sp>
    </p:spTree>
    <p:extLst>
      <p:ext uri="{BB962C8B-B14F-4D97-AF65-F5344CB8AC3E}">
        <p14:creationId xmlns:p14="http://schemas.microsoft.com/office/powerpoint/2010/main" val="1304050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345EF-3CE8-4844-8A00-6266F344E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5039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4F24A-D197-47B1-9BAB-B55E70BBC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280160"/>
            <a:ext cx="4572000" cy="4389120"/>
          </a:xfrm>
        </p:spPr>
        <p:txBody>
          <a:bodyPr>
            <a:normAutofit/>
          </a:bodyPr>
          <a:lstStyle/>
          <a:p>
            <a:pPr lvl="0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Entities: Books, Members, Staff, Borrowing Transactions</a:t>
            </a:r>
          </a:p>
          <a:p>
            <a:pPr lvl="0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Relationships:</a:t>
            </a:r>
          </a:p>
          <a:p>
            <a:pPr lvl="1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1-to-many (Members → Borrowing)</a:t>
            </a:r>
          </a:p>
          <a:p>
            <a:pPr lvl="1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Many-to-many resolved via Borrowing Transactions table</a:t>
            </a:r>
          </a:p>
          <a:p>
            <a:pPr lvl="0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Specialization: Staff → Librarian, Admin</a:t>
            </a:r>
          </a:p>
          <a:p>
            <a:pPr lvl="0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Normalization: Ensures minimal redundancy and consistent data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0497" y="1280160"/>
            <a:ext cx="6194854" cy="500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809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97A25-7A7C-4A7A-B109-2CC296190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95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&amp; NoSQL Implementation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DA3C9-34EC-4524-915D-C7CE2950D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280160"/>
            <a:ext cx="4572000" cy="4754880"/>
          </a:xfrm>
        </p:spPr>
        <p:txBody>
          <a:bodyPr>
            <a:normAutofit/>
          </a:bodyPr>
          <a:lstStyle/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Server: Tables, primary &amp; foreign keys, constraints, sample data</a:t>
            </a:r>
          </a:p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MongoDB: Collection for flexible data, documents inserted, queries tested</a:t>
            </a:r>
          </a:p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for structured data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NoSQL for flexible, scalable storage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433" y="4077730"/>
            <a:ext cx="5381368" cy="244113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433" y="1340958"/>
            <a:ext cx="5381367" cy="2456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742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52BFB-29D2-4DCE-BC49-C30B0A3AC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Management &amp; Concurrency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3C07A-8229-439C-8E99-A2EDE5DB4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multi-user updates without conflicts</a:t>
            </a:r>
          </a:p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 transactions, rollback for errors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 for sensitive data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Backup and recovery for reliability</a:t>
            </a:r>
          </a:p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Borrowing a book updates both member and book records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924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47C32-4DE8-4AB9-86D8-B31BCA369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37933-589A-40A2-8E0F-EFDB4DA80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buNone/>
              <a:defRPr sz="2000"/>
            </a:pPr>
            <a:r>
              <a:rPr dirty="0"/>
              <a:t>Database fulfills system requirements: secure, efficient, and scalable</a:t>
            </a:r>
          </a:p>
          <a:p>
            <a:pPr>
              <a:defRPr sz="2000"/>
            </a:pPr>
            <a:r>
              <a:rPr dirty="0"/>
              <a:t>Effectively supports day-to-day library operations</a:t>
            </a:r>
          </a:p>
          <a:p>
            <a:pPr>
              <a:defRPr sz="2000"/>
            </a:pPr>
            <a:r>
              <a:rPr dirty="0"/>
              <a:t>Demonstrates real-world application of database concepts (SQL + NoSQL)</a:t>
            </a:r>
          </a:p>
          <a:p>
            <a:pPr>
              <a:defRPr sz="2000"/>
            </a:pPr>
            <a:r>
              <a:rPr dirty="0"/>
              <a:t>Shows teamwork, planning, and ethical data handling</a:t>
            </a:r>
          </a:p>
        </p:txBody>
      </p:sp>
    </p:spTree>
    <p:extLst>
      <p:ext uri="{BB962C8B-B14F-4D97-AF65-F5344CB8AC3E}">
        <p14:creationId xmlns:p14="http://schemas.microsoft.com/office/powerpoint/2010/main" val="557546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rPr lang="en-US" sz="1600" dirty="0"/>
              <a:t>Microsoft Learn (SQL Server Docs)</a:t>
            </a:r>
          </a:p>
          <a:p>
            <a:pPr>
              <a:defRPr sz="1000">
                <a:solidFill>
                  <a:srgbClr val="505050"/>
                </a:solidFill>
              </a:defRPr>
            </a:pPr>
            <a:r>
              <a:rPr lang="en-US" sz="1600" dirty="0"/>
              <a:t> MongoDB Manual</a:t>
            </a:r>
          </a:p>
          <a:p>
            <a:pPr>
              <a:defRPr sz="1000">
                <a:solidFill>
                  <a:srgbClr val="505050"/>
                </a:solidFill>
              </a:defRPr>
            </a:pPr>
            <a:r>
              <a:rPr lang="en-US" sz="1600" dirty="0"/>
              <a:t> Studio 3T Documentation</a:t>
            </a:r>
          </a:p>
          <a:p>
            <a:pPr>
              <a:defRPr sz="1000">
                <a:solidFill>
                  <a:srgbClr val="505050"/>
                </a:solidFill>
              </a:defRPr>
            </a:pPr>
            <a:r>
              <a:rPr lang="en-US" sz="1600" dirty="0"/>
              <a:t> </a:t>
            </a:r>
            <a:r>
              <a:rPr lang="en-US" sz="1600" dirty="0" err="1"/>
              <a:t>Elmasri</a:t>
            </a:r>
            <a:r>
              <a:rPr lang="en-US" sz="1600" dirty="0"/>
              <a:t> &amp; </a:t>
            </a:r>
            <a:r>
              <a:rPr lang="en-US" sz="1600" dirty="0" err="1"/>
              <a:t>Navathe</a:t>
            </a:r>
            <a:r>
              <a:rPr lang="en-US" sz="1600" dirty="0"/>
              <a:t>, Fundamentals of Database Systems</a:t>
            </a:r>
          </a:p>
        </p:txBody>
      </p:sp>
    </p:spTree>
    <p:extLst>
      <p:ext uri="{BB962C8B-B14F-4D97-AF65-F5344CB8AC3E}">
        <p14:creationId xmlns:p14="http://schemas.microsoft.com/office/powerpoint/2010/main" val="2064166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269</Words>
  <Application>Microsoft Office PowerPoint</Application>
  <PresentationFormat>Widescreen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Project Overview</vt:lpstr>
      <vt:lpstr>Database Design</vt:lpstr>
      <vt:lpstr>SQL &amp; NoSQL Implementation</vt:lpstr>
      <vt:lpstr>Transaction Management &amp; Concurrency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Pritam Adhikari</dc:creator>
  <cp:lastModifiedBy>Rojan Chandra Poudel</cp:lastModifiedBy>
  <cp:revision>6</cp:revision>
  <dcterms:created xsi:type="dcterms:W3CDTF">2026-01-24T19:17:33Z</dcterms:created>
  <dcterms:modified xsi:type="dcterms:W3CDTF">2026-10-26T16:57:43Z</dcterms:modified>
</cp:coreProperties>
</file>